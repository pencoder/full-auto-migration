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4"/>
  </p:notesMasterIdLst>
  <p:handoutMasterIdLst>
    <p:handoutMasterId r:id="rId5"/>
  </p:handoutMasterIdLst>
  <p:sldIdLst>
    <p:sldId id="256" r:id="rId3"/>
    <p:sldId id="257" r:id="rId2"/>
    <p:sldId id="258" r:id="rId10"/>
  </p:sldIdLst>
  <p:sldSz cx="12192000" cy="6858000"/>
  <p:notesSz cx="6797675" cy="992822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A7F7"/>
    <a:srgbClr val="C5DAF3"/>
    <a:srgbClr val="FFFFFF"/>
    <a:srgbClr val="1F5394"/>
    <a:srgbClr val="FFCBBE"/>
    <a:srgbClr val="B6E1D6"/>
    <a:srgbClr val="6DC4AD"/>
    <a:srgbClr val="FF987D"/>
    <a:srgbClr val="306AAB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3593" autoAdjust="0"/>
  </p:normalViewPr>
  <p:slideViewPr>
    <p:cSldViewPr>
      <p:cViewPr varScale="1">
        <p:scale>
          <a:sx n="81" d="100"/>
          <a:sy n="81" d="100"/>
        </p:scale>
        <p:origin x="614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4" d="100"/>
          <a:sy n="94" d="100"/>
        </p:scale>
        <p:origin x="3702" y="7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3133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3133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3133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itchFamily="18" charset="0"/>
              </a:defRPr>
            </a:lvl1pPr>
          </a:lstStyle>
          <a:p>
            <a:fld id="{66D17C0D-3159-464E-A332-7C83698A29E4}" type="slidenum">
              <a:rPr lang="en-US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540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t" anchorCtr="0" compatLnSpc="1">
            <a:prstTxWarp prst="textNoShape">
              <a:avLst/>
            </a:prstTxWarp>
          </a:bodyPr>
          <a:lstStyle>
            <a:lvl1pPr defTabSz="955675" eaLnBrk="1" hangingPunct="1">
              <a:defRPr sz="13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t" anchorCtr="0" compatLnSpc="1">
            <a:prstTxWarp prst="textNoShape">
              <a:avLst/>
            </a:prstTxWarp>
          </a:bodyPr>
          <a:lstStyle>
            <a:lvl1pPr algn="r" defTabSz="955675" eaLnBrk="1" hangingPunct="1">
              <a:defRPr sz="13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6125"/>
            <a:ext cx="6615113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4875"/>
            <a:ext cx="4984750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Klicken Sie, um die Formate des Vorlagentextes zu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b" anchorCtr="0" compatLnSpc="1">
            <a:prstTxWarp prst="textNoShape">
              <a:avLst/>
            </a:prstTxWarp>
          </a:bodyPr>
          <a:lstStyle>
            <a:lvl1pPr defTabSz="955675" eaLnBrk="1" hangingPunct="1">
              <a:defRPr sz="13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b" anchorCtr="0" compatLnSpc="1">
            <a:prstTxWarp prst="textNoShape">
              <a:avLst/>
            </a:prstTxWarp>
          </a:bodyPr>
          <a:lstStyle>
            <a:lvl1pPr algn="r" defTabSz="955675" eaLnBrk="1" hangingPunct="1">
              <a:defRPr sz="1300" b="0">
                <a:latin typeface="Times New Roman" pitchFamily="18" charset="0"/>
              </a:defRPr>
            </a:lvl1pPr>
          </a:lstStyle>
          <a:p>
            <a:fld id="{412C2970-D838-4E16-9F7E-5362C8D6E639}" type="slidenum">
              <a:rPr lang="en-US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2214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wmf"/><Relationship Id="rId4" Type="http://schemas.openxmlformats.org/officeDocument/2006/relationships/image" Target="../media/image9.jpe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4.png"/><Relationship Id="rId9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488951" y="1960563"/>
            <a:ext cx="11214100" cy="1828800"/>
          </a:xfrm>
        </p:spPr>
        <p:txBody>
          <a:bodyPr/>
          <a:lstStyle>
            <a:lvl1pPr algn="ctr">
              <a:defRPr sz="4000">
                <a:latin typeface="+mn-lt"/>
              </a:defRPr>
            </a:lvl1pPr>
          </a:lstStyle>
          <a:p>
            <a:r>
              <a:rPr lang="de-DE"/>
              <a:t>Titelmasterformat durch Klicken bearbeiten</a:t>
            </a:r>
            <a:endParaRPr lang="en-GB" dirty="0"/>
          </a:p>
        </p:txBody>
      </p:sp>
      <p:sp>
        <p:nvSpPr>
          <p:cNvPr id="181253" name="Rectangle 5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1828800" y="4149725"/>
            <a:ext cx="8534400" cy="406400"/>
          </a:xfrm>
        </p:spPr>
        <p:txBody>
          <a:bodyPr lIns="91440" tIns="45720" rIns="91440" bIns="45720"/>
          <a:lstStyle>
            <a:lvl1pPr marL="0" indent="0" algn="ctr">
              <a:buFont typeface="Wingdings 3" pitchFamily="18" charset="2"/>
              <a:buNone/>
              <a:defRPr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author name</a:t>
            </a:r>
            <a:endParaRPr lang="de-DE" dirty="0"/>
          </a:p>
        </p:txBody>
      </p:sp>
      <p:sp>
        <p:nvSpPr>
          <p:cNvPr id="181255" name="Text Box 7"/>
          <p:cNvSpPr txBox="1">
            <a:spLocks noChangeArrowheads="1"/>
          </p:cNvSpPr>
          <p:nvPr/>
        </p:nvSpPr>
        <p:spPr bwMode="auto">
          <a:xfrm>
            <a:off x="1775885" y="4616301"/>
            <a:ext cx="8640233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de-DE" sz="2000" i="1" dirty="0">
                <a:solidFill>
                  <a:srgbClr val="777777"/>
                </a:solidFill>
                <a:latin typeface="Arial" charset="0"/>
              </a:rPr>
              <a:t>comnet.informatik.uni-wuerzburg.de</a:t>
            </a:r>
          </a:p>
        </p:txBody>
      </p:sp>
      <p:grpSp>
        <p:nvGrpSpPr>
          <p:cNvPr id="5" name="Gruppieren 4"/>
          <p:cNvGrpSpPr/>
          <p:nvPr userDrawn="1"/>
        </p:nvGrpSpPr>
        <p:grpSpPr>
          <a:xfrm>
            <a:off x="0" y="431800"/>
            <a:ext cx="12191999" cy="898525"/>
            <a:chOff x="0" y="431800"/>
            <a:chExt cx="12191999" cy="898525"/>
          </a:xfrm>
        </p:grpSpPr>
        <p:sp>
          <p:nvSpPr>
            <p:cNvPr id="2" name="Rechteck 1"/>
            <p:cNvSpPr/>
            <p:nvPr userDrawn="1"/>
          </p:nvSpPr>
          <p:spPr bwMode="auto">
            <a:xfrm>
              <a:off x="9768408" y="431800"/>
              <a:ext cx="2423591" cy="898525"/>
            </a:xfrm>
            <a:prstGeom prst="rect">
              <a:avLst/>
            </a:prstGeom>
            <a:solidFill>
              <a:srgbClr val="D0D0D0"/>
            </a:solidFill>
            <a:ln w="1270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Rounded MT Bold" pitchFamily="34" charset="0"/>
              </a:endParaRPr>
            </a:p>
          </p:txBody>
        </p:sp>
        <p:pic>
          <p:nvPicPr>
            <p:cNvPr id="39" name="Picture 9" descr="unilogo4c"/>
            <p:cNvPicPr>
              <a:picLocks noChangeAspect="1" noChangeArrowheads="1"/>
            </p:cNvPicPr>
            <p:nvPr userDrawn="1"/>
          </p:nvPicPr>
          <p:blipFill>
            <a:blip r:embed="rId2" cstate="print"/>
            <a:srcRect r="20525"/>
            <a:stretch>
              <a:fillRect/>
            </a:stretch>
          </p:blipFill>
          <p:spPr bwMode="auto">
            <a:xfrm>
              <a:off x="624408" y="431800"/>
              <a:ext cx="9144000" cy="898525"/>
            </a:xfrm>
            <a:prstGeom prst="rect">
              <a:avLst/>
            </a:prstGeom>
            <a:noFill/>
          </p:spPr>
        </p:pic>
        <p:sp>
          <p:nvSpPr>
            <p:cNvPr id="181258" name="Rectangle 10"/>
            <p:cNvSpPr>
              <a:spLocks noChangeArrowheads="1"/>
            </p:cNvSpPr>
            <p:nvPr/>
          </p:nvSpPr>
          <p:spPr bwMode="auto">
            <a:xfrm>
              <a:off x="4968552" y="500063"/>
              <a:ext cx="6096000" cy="73866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r"/>
              <a:r>
                <a:rPr lang="en-US" sz="1400" b="0" dirty="0" err="1">
                  <a:latin typeface="Arial" charset="0"/>
                </a:rPr>
                <a:t>Institut</a:t>
              </a:r>
              <a:r>
                <a:rPr lang="en-US" sz="1400" b="0" dirty="0">
                  <a:latin typeface="Arial" charset="0"/>
                </a:rPr>
                <a:t> f</a:t>
              </a:r>
              <a:r>
                <a:rPr lang="de-DE" sz="1400" b="0" dirty="0" err="1">
                  <a:latin typeface="Arial" charset="0"/>
                </a:rPr>
                <a:t>ür</a:t>
              </a:r>
              <a:r>
                <a:rPr lang="de-DE" sz="1400" b="0" dirty="0">
                  <a:latin typeface="Arial" charset="0"/>
                </a:rPr>
                <a:t> Informatik</a:t>
              </a:r>
              <a:endParaRPr lang="en-US" sz="1400" b="0" dirty="0">
                <a:latin typeface="Arial" charset="0"/>
              </a:endParaRPr>
            </a:p>
            <a:p>
              <a:pPr algn="r"/>
              <a:r>
                <a:rPr lang="en-US" sz="1400" b="0" dirty="0" err="1">
                  <a:latin typeface="Arial" charset="0"/>
                </a:rPr>
                <a:t>Lehrstuhl</a:t>
              </a:r>
              <a:r>
                <a:rPr lang="en-US" sz="1400" b="0" dirty="0">
                  <a:latin typeface="Arial" charset="0"/>
                </a:rPr>
                <a:t> </a:t>
              </a:r>
              <a:r>
                <a:rPr lang="en-US" sz="1400" b="0" dirty="0" err="1">
                  <a:latin typeface="Arial" charset="0"/>
                </a:rPr>
                <a:t>für</a:t>
              </a:r>
              <a:r>
                <a:rPr lang="en-US" sz="1400" b="0" dirty="0">
                  <a:latin typeface="Arial" charset="0"/>
                </a:rPr>
                <a:t> </a:t>
              </a:r>
              <a:r>
                <a:rPr lang="en-US" sz="1400" b="0" dirty="0" err="1">
                  <a:latin typeface="Arial" charset="0"/>
                </a:rPr>
                <a:t>Kommunikationsnetze</a:t>
              </a:r>
              <a:endParaRPr lang="en-US" sz="1400" b="0" dirty="0">
                <a:latin typeface="Arial" charset="0"/>
              </a:endParaRPr>
            </a:p>
            <a:p>
              <a:pPr algn="r"/>
              <a:r>
                <a:rPr lang="en-US" sz="1400" b="0" dirty="0">
                  <a:latin typeface="Arial" charset="0"/>
                </a:rPr>
                <a:t>Prof. Dr.</a:t>
              </a:r>
              <a:r>
                <a:rPr lang="en-US" sz="1400" b="0" baseline="0" dirty="0">
                  <a:latin typeface="Arial" charset="0"/>
                </a:rPr>
                <a:t> T</a:t>
              </a:r>
              <a:r>
                <a:rPr lang="en-US" sz="1400" b="0" dirty="0">
                  <a:latin typeface="Arial" charset="0"/>
                </a:rPr>
                <a:t>. </a:t>
              </a:r>
              <a:r>
                <a:rPr lang="en-US" sz="1400" b="0" dirty="0" err="1">
                  <a:latin typeface="Arial" charset="0"/>
                </a:rPr>
                <a:t>Hoßfeld</a:t>
              </a:r>
              <a:endParaRPr lang="en-US" sz="1400" b="0" dirty="0">
                <a:latin typeface="Arial" charset="0"/>
              </a:endParaRPr>
            </a:p>
          </p:txBody>
        </p:sp>
        <p:pic>
          <p:nvPicPr>
            <p:cNvPr id="23" name="Picture 11"/>
            <p:cNvPicPr>
              <a:picLocks noChangeArrowheads="1"/>
            </p:cNvPicPr>
            <p:nvPr userDrawn="1"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1170219" y="509826"/>
              <a:ext cx="700088" cy="719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63500" dir="3187806" algn="ctr" rotWithShape="0">
                <a:schemeClr val="bg2">
                  <a:alpha val="50000"/>
                </a:schemeClr>
              </a:outerShdw>
            </a:effectLst>
          </p:spPr>
        </p:pic>
        <p:sp>
          <p:nvSpPr>
            <p:cNvPr id="40" name="Rechteck 39"/>
            <p:cNvSpPr/>
            <p:nvPr userDrawn="1"/>
          </p:nvSpPr>
          <p:spPr bwMode="auto">
            <a:xfrm>
              <a:off x="0" y="431800"/>
              <a:ext cx="2855640" cy="898525"/>
            </a:xfrm>
            <a:prstGeom prst="rect">
              <a:avLst/>
            </a:prstGeom>
            <a:solidFill>
              <a:srgbClr val="D0D0D0"/>
            </a:solidFill>
            <a:ln w="1270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Rounded MT Bold" pitchFamily="34" charset="0"/>
              </a:endParaRPr>
            </a:p>
          </p:txBody>
        </p:sp>
        <p:pic>
          <p:nvPicPr>
            <p:cNvPr id="41" name="Picture 13" descr="unilogo4cohne_small.jpg"/>
            <p:cNvPicPr>
              <a:picLocks noChangeAspect="1"/>
            </p:cNvPicPr>
            <p:nvPr userDrawn="1"/>
          </p:nvPicPr>
          <p:blipFill rotWithShape="1">
            <a:blip r:embed="rId4" cstate="print">
              <a:clrChange>
                <a:clrFrom>
                  <a:srgbClr val="FFFEFD"/>
                </a:clrFrom>
                <a:clrTo>
                  <a:srgbClr val="FFFEFD">
                    <a:alpha val="0"/>
                  </a:srgbClr>
                </a:clrTo>
              </a:clrChange>
            </a:blip>
            <a:srcRect l="44640"/>
            <a:stretch/>
          </p:blipFill>
          <p:spPr>
            <a:xfrm>
              <a:off x="911424" y="431800"/>
              <a:ext cx="1130294" cy="898525"/>
            </a:xfrm>
            <a:prstGeom prst="rect">
              <a:avLst/>
            </a:prstGeom>
          </p:spPr>
        </p:pic>
        <p:pic>
          <p:nvPicPr>
            <p:cNvPr id="42" name="Picture 13" descr="unilogo4cohne_small.jpg"/>
            <p:cNvPicPr>
              <a:picLocks noChangeAspect="1"/>
            </p:cNvPicPr>
            <p:nvPr userDrawn="1"/>
          </p:nvPicPr>
          <p:blipFill rotWithShape="1">
            <a:blip r:embed="rId4" cstate="print"/>
            <a:srcRect r="55678"/>
            <a:stretch/>
          </p:blipFill>
          <p:spPr>
            <a:xfrm>
              <a:off x="0" y="431800"/>
              <a:ext cx="904920" cy="898524"/>
            </a:xfrm>
            <a:prstGeom prst="rect">
              <a:avLst/>
            </a:prstGeom>
          </p:spPr>
        </p:pic>
      </p:grpSp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6921631"/>
            <a:ext cx="2371832" cy="313200"/>
          </a:xfrm>
          <a:prstGeom prst="rect">
            <a:avLst/>
          </a:prstGeom>
        </p:spPr>
      </p:pic>
      <p:pic>
        <p:nvPicPr>
          <p:cNvPr id="15" name="Grafik 14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445454" y="6921631"/>
            <a:ext cx="2371832" cy="313200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890910" y="6921631"/>
            <a:ext cx="2371821" cy="313200"/>
          </a:xfrm>
          <a:prstGeom prst="rect">
            <a:avLst/>
          </a:prstGeom>
        </p:spPr>
      </p:pic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363896" y="6921631"/>
            <a:ext cx="2371832" cy="313200"/>
          </a:xfrm>
          <a:prstGeom prst="rect">
            <a:avLst/>
          </a:prstGeom>
        </p:spPr>
      </p:pic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9844392" y="6921631"/>
            <a:ext cx="2347606" cy="313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63D79"/>
              </a:buClr>
              <a:defRPr/>
            </a:lvl1pPr>
            <a:lvl2pPr>
              <a:buClr>
                <a:srgbClr val="063D79"/>
              </a:buClr>
              <a:defRPr/>
            </a:lvl2pPr>
            <a:lvl3pPr>
              <a:buClr>
                <a:srgbClr val="063D79"/>
              </a:buClr>
              <a:defRPr/>
            </a:lvl3pPr>
            <a:lvl4pPr>
              <a:buClr>
                <a:srgbClr val="063D79"/>
              </a:buClr>
              <a:defRPr/>
            </a:lvl4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170847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4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Textfeld 3"/>
          <p:cNvSpPr txBox="1"/>
          <p:nvPr userDrawn="1"/>
        </p:nvSpPr>
        <p:spPr>
          <a:xfrm>
            <a:off x="2639616" y="1052736"/>
            <a:ext cx="2664296" cy="10081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sz="1600" b="0" dirty="0" err="1">
              <a:latin typeface="+mn-lt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196E6EF-3D8E-4957-A439-5D2280CE1A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04312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914400"/>
            <a:ext cx="52324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6800" y="914400"/>
            <a:ext cx="52324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B828CE34-CC67-4E17-A5B3-FF421A963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04312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DE93AAB1-B7D0-42C5-8489-BBD1FAE5FC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04312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A1004EE9-71F7-49C3-AEC6-27984ECF0994}"/>
              </a:ext>
            </a:extLst>
          </p:cNvPr>
          <p:cNvSpPr txBox="1">
            <a:spLocks/>
          </p:cNvSpPr>
          <p:nvPr userDrawn="1"/>
        </p:nvSpPr>
        <p:spPr>
          <a:xfrm>
            <a:off x="8904312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0" kern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arbsche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Farbschema</a:t>
            </a:r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43920" y="1196752"/>
            <a:ext cx="8208912" cy="4879878"/>
          </a:xfrm>
          <a:prstGeom prst="rect">
            <a:avLst/>
          </a:prstGeom>
        </p:spPr>
      </p:pic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6A7FE386-66AB-4DE5-8F99-809013B25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04312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093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098839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DD5045F2-FFB1-4BE6-A82D-044410B8000A}"/>
              </a:ext>
            </a:extLst>
          </p:cNvPr>
          <p:cNvSpPr txBox="1">
            <a:spLocks/>
          </p:cNvSpPr>
          <p:nvPr userDrawn="1"/>
        </p:nvSpPr>
        <p:spPr>
          <a:xfrm>
            <a:off x="8904312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0" kern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098839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6AFEFF89-82C5-4C87-9183-1A0960BC685D}"/>
              </a:ext>
            </a:extLst>
          </p:cNvPr>
          <p:cNvSpPr txBox="1">
            <a:spLocks/>
          </p:cNvSpPr>
          <p:nvPr userDrawn="1"/>
        </p:nvSpPr>
        <p:spPr>
          <a:xfrm>
            <a:off x="8904312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0" kern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098839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2FEC48EB-43B2-4181-B567-7B6D76C21DEE}"/>
              </a:ext>
            </a:extLst>
          </p:cNvPr>
          <p:cNvSpPr txBox="1">
            <a:spLocks/>
          </p:cNvSpPr>
          <p:nvPr userDrawn="1"/>
        </p:nvSpPr>
        <p:spPr>
          <a:xfrm>
            <a:off x="8904312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0" kern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098839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00FEDB-E43B-402C-9059-9FCEEF9AAB25}"/>
              </a:ext>
            </a:extLst>
          </p:cNvPr>
          <p:cNvSpPr txBox="1">
            <a:spLocks/>
          </p:cNvSpPr>
          <p:nvPr userDrawn="1"/>
        </p:nvSpPr>
        <p:spPr>
          <a:xfrm>
            <a:off x="8904312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0" kern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12200" y="30164"/>
            <a:ext cx="2667000" cy="5989637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1200" y="30164"/>
            <a:ext cx="7797800" cy="5989637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098839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ED38E1-331D-45BD-909D-93E0D8906D71}"/>
              </a:ext>
            </a:extLst>
          </p:cNvPr>
          <p:cNvSpPr txBox="1">
            <a:spLocks/>
          </p:cNvSpPr>
          <p:nvPr userDrawn="1"/>
        </p:nvSpPr>
        <p:spPr>
          <a:xfrm>
            <a:off x="8904312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0" kern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Relationship Id="rId15" Type="http://schemas.openxmlformats.org/officeDocument/2006/relationships/image" Target="../media/image2.png"/><Relationship Id="rId16" Type="http://schemas.openxmlformats.org/officeDocument/2006/relationships/image" Target="../media/image3.png"/><Relationship Id="rId17" Type="http://schemas.openxmlformats.org/officeDocument/2006/relationships/image" Target="../media/image4.png"/><Relationship Id="rId18" Type="http://schemas.openxmlformats.org/officeDocument/2006/relationships/image" Target="../media/image5.png"/><Relationship Id="rId19" Type="http://schemas.openxmlformats.org/officeDocument/2006/relationships/image" Target="../media/image6.wmf"/><Relationship Id="rId20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19668" y="30163"/>
            <a:ext cx="10657417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 err="1"/>
              <a:t>Klicken</a:t>
            </a:r>
            <a:r>
              <a:rPr lang="en-GB" dirty="0"/>
              <a:t> um das </a:t>
            </a:r>
            <a:r>
              <a:rPr lang="en-GB" dirty="0" err="1"/>
              <a:t>Titelformat</a:t>
            </a:r>
            <a:r>
              <a:rPr lang="en-GB" dirty="0"/>
              <a:t>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</p:txBody>
      </p:sp>
      <p:sp>
        <p:nvSpPr>
          <p:cNvPr id="1802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914400"/>
            <a:ext cx="106680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 err="1"/>
              <a:t>Klicken</a:t>
            </a:r>
            <a:r>
              <a:rPr lang="en-GB" dirty="0"/>
              <a:t> </a:t>
            </a:r>
            <a:r>
              <a:rPr lang="en-GB" dirty="0" err="1"/>
              <a:t>Sie</a:t>
            </a:r>
            <a:r>
              <a:rPr lang="en-GB" dirty="0"/>
              <a:t>, um die </a:t>
            </a:r>
            <a:r>
              <a:rPr lang="en-GB" dirty="0" err="1"/>
              <a:t>Formate</a:t>
            </a:r>
            <a:r>
              <a:rPr lang="en-GB" dirty="0"/>
              <a:t> des </a:t>
            </a:r>
            <a:r>
              <a:rPr lang="en-GB" dirty="0" err="1"/>
              <a:t>Vorlagentextes</a:t>
            </a:r>
            <a:r>
              <a:rPr lang="en-GB" dirty="0"/>
              <a:t>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3"/>
            <a:r>
              <a:rPr lang="en-GB" dirty="0" err="1"/>
              <a:t>Vierte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4"/>
            <a:r>
              <a:rPr lang="en-GB" dirty="0" err="1"/>
              <a:t>Fünfte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6921631"/>
            <a:ext cx="2371832" cy="313200"/>
          </a:xfrm>
          <a:prstGeom prst="rect">
            <a:avLst/>
          </a:prstGeom>
        </p:spPr>
      </p:pic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2445454" y="6921631"/>
            <a:ext cx="2371832" cy="313200"/>
          </a:xfrm>
          <a:prstGeom prst="rect">
            <a:avLst/>
          </a:prstGeom>
        </p:spPr>
      </p:pic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4890910" y="6921631"/>
            <a:ext cx="2371821" cy="313200"/>
          </a:xfrm>
          <a:prstGeom prst="rect">
            <a:avLst/>
          </a:prstGeom>
        </p:spPr>
      </p:pic>
      <p:pic>
        <p:nvPicPr>
          <p:cNvPr id="15" name="Grafik 1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7363896" y="6921631"/>
            <a:ext cx="2371832" cy="313200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9844392" y="6921631"/>
            <a:ext cx="2347606" cy="313200"/>
          </a:xfrm>
          <a:prstGeom prst="rect">
            <a:avLst/>
          </a:prstGeom>
        </p:spPr>
      </p:pic>
      <p:pic>
        <p:nvPicPr>
          <p:cNvPr id="17" name="Picture 18"/>
          <p:cNvPicPr>
            <a:picLocks noChangeArrowheads="1"/>
          </p:cNvPicPr>
          <p:nvPr userDrawn="1"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11797333" y="6497655"/>
            <a:ext cx="275331" cy="279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63500" dir="3187806" algn="ctr" rotWithShape="0">
              <a:srgbClr val="C0C0C0">
                <a:alpha val="50000"/>
              </a:srgbClr>
            </a:outerShdw>
          </a:effectLst>
        </p:spPr>
      </p:pic>
      <p:sp>
        <p:nvSpPr>
          <p:cNvPr id="18" name="Rectangle 25"/>
          <p:cNvSpPr>
            <a:spLocks noChangeArrowheads="1"/>
          </p:cNvSpPr>
          <p:nvPr userDrawn="1"/>
        </p:nvSpPr>
        <p:spPr bwMode="auto">
          <a:xfrm>
            <a:off x="9494300" y="6523182"/>
            <a:ext cx="1676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1000" b="0" i="1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itchFamily="34" charset="0"/>
                <a:cs typeface="Segoe UI" pitchFamily="34" charset="0"/>
              </a:rPr>
              <a:t>Japhet Kofi Appau Arthur</a:t>
            </a:r>
          </a:p>
        </p:txBody>
      </p:sp>
      <p:pic>
        <p:nvPicPr>
          <p:cNvPr id="19" name="Grafik 18"/>
          <p:cNvPicPr>
            <a:picLocks noChangeAspect="1"/>
          </p:cNvPicPr>
          <p:nvPr userDrawn="1"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822"/>
          <a:stretch/>
        </p:blipFill>
        <p:spPr>
          <a:xfrm>
            <a:off x="0" y="6468810"/>
            <a:ext cx="391865" cy="389190"/>
          </a:xfrm>
          <a:prstGeom prst="rect">
            <a:avLst/>
          </a:prstGeom>
        </p:spPr>
      </p:pic>
      <p:sp>
        <p:nvSpPr>
          <p:cNvPr id="2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204987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63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063D79"/>
        </a:buClr>
        <a:buSzPct val="80000"/>
        <a:buFont typeface="Wingdings 3" pitchFamily="18" charset="2"/>
        <a:buChar char="u"/>
        <a:defRPr sz="2000">
          <a:solidFill>
            <a:srgbClr val="4D4D4D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63D79"/>
        </a:buClr>
        <a:buSzPct val="100000"/>
        <a:buFont typeface="Wingdings" pitchFamily="2" charset="2"/>
        <a:buChar char="§"/>
        <a:defRPr sz="1800">
          <a:solidFill>
            <a:srgbClr val="4D4D4D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63D79"/>
        </a:buClr>
        <a:buChar char="–"/>
        <a:defRPr sz="1600">
          <a:solidFill>
            <a:srgbClr val="4D4D4D"/>
          </a:solidFill>
          <a:latin typeface="+mn-lt"/>
        </a:defRPr>
      </a:lvl3pPr>
      <a:lvl4pPr marL="1562100" indent="-228600" algn="l" rtl="0" eaLnBrk="1" fontAlgn="base" hangingPunct="1">
        <a:spcBef>
          <a:spcPct val="20000"/>
        </a:spcBef>
        <a:spcAft>
          <a:spcPct val="0"/>
        </a:spcAft>
        <a:buClr>
          <a:srgbClr val="063D79"/>
        </a:buClr>
        <a:buChar char="•"/>
        <a:defRPr sz="1600">
          <a:solidFill>
            <a:srgbClr val="4D4D4D"/>
          </a:solidFill>
          <a:latin typeface="+mn-lt"/>
        </a:defRPr>
      </a:lvl4pPr>
      <a:lvl5pPr marL="1981200" indent="-228600" algn="l" rtl="0" eaLnBrk="1" fontAlgn="base" hangingPunct="1">
        <a:spcBef>
          <a:spcPct val="20000"/>
        </a:spcBef>
        <a:spcAft>
          <a:spcPct val="0"/>
        </a:spcAft>
        <a:buClr>
          <a:srgbClr val="063D79"/>
        </a:buClr>
        <a:buChar char=" "/>
        <a:defRPr sz="1600">
          <a:solidFill>
            <a:srgbClr val="4D4D4D"/>
          </a:solidFill>
          <a:latin typeface="+mn-lt"/>
        </a:defRPr>
      </a:lvl5pPr>
      <a:lvl6pPr marL="2438400" indent="-228600" algn="l" rtl="0" eaLnBrk="1" fontAlgn="base" hangingPunct="1">
        <a:spcBef>
          <a:spcPct val="20000"/>
        </a:spcBef>
        <a:spcAft>
          <a:spcPct val="0"/>
        </a:spcAft>
        <a:buChar char=" "/>
        <a:defRPr sz="2000">
          <a:solidFill>
            <a:srgbClr val="4D4D4D"/>
          </a:solidFill>
          <a:latin typeface="+mn-lt"/>
        </a:defRPr>
      </a:lvl6pPr>
      <a:lvl7pPr marL="2895600" indent="-228600" algn="l" rtl="0" eaLnBrk="1" fontAlgn="base" hangingPunct="1">
        <a:spcBef>
          <a:spcPct val="20000"/>
        </a:spcBef>
        <a:spcAft>
          <a:spcPct val="0"/>
        </a:spcAft>
        <a:buChar char=" "/>
        <a:defRPr sz="2000">
          <a:solidFill>
            <a:srgbClr val="4D4D4D"/>
          </a:solidFill>
          <a:latin typeface="+mn-lt"/>
        </a:defRPr>
      </a:lvl7pPr>
      <a:lvl8pPr marL="3352800" indent="-228600" algn="l" rtl="0" eaLnBrk="1" fontAlgn="base" hangingPunct="1">
        <a:spcBef>
          <a:spcPct val="20000"/>
        </a:spcBef>
        <a:spcAft>
          <a:spcPct val="0"/>
        </a:spcAft>
        <a:buChar char=" "/>
        <a:defRPr sz="2000">
          <a:solidFill>
            <a:srgbClr val="4D4D4D"/>
          </a:solidFill>
          <a:latin typeface="+mn-lt"/>
        </a:defRPr>
      </a:lvl8pPr>
      <a:lvl9pPr marL="3810000" indent="-228600" algn="l" rtl="0" eaLnBrk="1" fontAlgn="base" hangingPunct="1">
        <a:spcBef>
          <a:spcPct val="20000"/>
        </a:spcBef>
        <a:spcAft>
          <a:spcPct val="0"/>
        </a:spcAft>
        <a:buChar char=" "/>
        <a:defRPr sz="2000">
          <a:solidFill>
            <a:srgbClr val="4D4D4D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Where the project's own claims didn't hold up when checked against the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3F3F3F"/>
                </a:solidFill>
                <a:latin typeface="Segoe UI"/>
              </a:rPr>
              <a:t>Where the project's own claims didn't hold up when checked against the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63D79"/>
                </a:solidFill>
                <a:latin typeface="Segoe UI"/>
              </a:rPr>
              <a:t>CRITIQUE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94760"/>
            <a:ext cx="1188720" cy="508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98676" y="4572000"/>
            <a:ext cx="201168" cy="201168"/>
          </a:xfrm>
          <a:prstGeom prst="ellipse">
            <a:avLst/>
          </a:prstGeom>
          <a:solidFill>
            <a:srgbClr val="063D79"/>
          </a:solidFill>
          <a:ln w="15875">
            <a:solidFill>
              <a:srgbClr val="063D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8920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Motivation</a:t>
            </a:r>
          </a:p>
        </p:txBody>
      </p:sp>
      <p:sp>
        <p:nvSpPr>
          <p:cNvPr id="7" name="Oval 6"/>
          <p:cNvSpPr/>
          <p:nvPr/>
        </p:nvSpPr>
        <p:spPr>
          <a:xfrm>
            <a:off x="3351276" y="4572000"/>
            <a:ext cx="201168" cy="201168"/>
          </a:xfrm>
          <a:prstGeom prst="ellipse">
            <a:avLst/>
          </a:prstGeom>
          <a:solidFill>
            <a:srgbClr val="063D79"/>
          </a:solidFill>
          <a:ln w="15875">
            <a:solidFill>
              <a:srgbClr val="063D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75560" y="48920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Idea</a:t>
            </a:r>
          </a:p>
        </p:txBody>
      </p:sp>
      <p:sp>
        <p:nvSpPr>
          <p:cNvPr id="9" name="Oval 8"/>
          <p:cNvSpPr/>
          <p:nvPr/>
        </p:nvSpPr>
        <p:spPr>
          <a:xfrm>
            <a:off x="5103876" y="4572000"/>
            <a:ext cx="201168" cy="201168"/>
          </a:xfrm>
          <a:prstGeom prst="ellipse">
            <a:avLst/>
          </a:prstGeom>
          <a:solidFill>
            <a:srgbClr val="063D79"/>
          </a:solidFill>
          <a:ln w="15875">
            <a:solidFill>
              <a:srgbClr val="063D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8160" y="48920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Method</a:t>
            </a:r>
          </a:p>
        </p:txBody>
      </p:sp>
      <p:sp>
        <p:nvSpPr>
          <p:cNvPr id="11" name="Oval 10"/>
          <p:cNvSpPr/>
          <p:nvPr/>
        </p:nvSpPr>
        <p:spPr>
          <a:xfrm>
            <a:off x="6856476" y="4572000"/>
            <a:ext cx="201168" cy="201168"/>
          </a:xfrm>
          <a:prstGeom prst="ellipse">
            <a:avLst/>
          </a:prstGeom>
          <a:solidFill>
            <a:srgbClr val="063D79"/>
          </a:solidFill>
          <a:ln w="15875">
            <a:solidFill>
              <a:srgbClr val="063D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48920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Evidence</a:t>
            </a:r>
          </a:p>
        </p:txBody>
      </p:sp>
      <p:sp>
        <p:nvSpPr>
          <p:cNvPr id="13" name="Oval 12"/>
          <p:cNvSpPr/>
          <p:nvPr/>
        </p:nvSpPr>
        <p:spPr>
          <a:xfrm>
            <a:off x="8609076" y="4572000"/>
            <a:ext cx="201168" cy="201168"/>
          </a:xfrm>
          <a:prstGeom prst="ellipse">
            <a:avLst/>
          </a:prstGeom>
          <a:solidFill>
            <a:srgbClr val="063D79"/>
          </a:solidFill>
          <a:ln w="15875">
            <a:solidFill>
              <a:srgbClr val="063D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33360" y="48920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3D79"/>
                </a:solidFill>
                <a:latin typeface="Segoe UI"/>
              </a:rPr>
              <a:t>Critique</a:t>
            </a:r>
          </a:p>
        </p:txBody>
      </p:sp>
      <p:sp>
        <p:nvSpPr>
          <p:cNvPr id="15" name="Oval 14"/>
          <p:cNvSpPr/>
          <p:nvPr/>
        </p:nvSpPr>
        <p:spPr>
          <a:xfrm>
            <a:off x="10361676" y="457200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85960" y="48920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Takeaway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CE6F0"/>
                </a:solidFill>
                <a:latin typeface="Segoe UI"/>
              </a:rPr>
              <a:t>Where the project's own claims didn't hold up when checked against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Segoe UI"/>
              </a:rPr>
              <a:t>CRITIQUE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CE6F0"/>
                </a:solidFill>
                <a:latin typeface="Segoe UI"/>
              </a:rPr>
              <a:t>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75560" y="42062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CE6F0"/>
                </a:solidFill>
                <a:latin typeface="Segoe UI"/>
              </a:rPr>
              <a:t>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8160" y="42062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CE6F0"/>
                </a:solidFill>
                <a:latin typeface="Segoe UI"/>
              </a:rPr>
              <a:t>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42062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CE6F0"/>
                </a:solidFill>
                <a:latin typeface="Segoe UI"/>
              </a:rPr>
              <a:t>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33360" y="42062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Critique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85960" y="42062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CE6F0"/>
                </a:solidFill>
                <a:latin typeface="Segoe UI"/>
              </a:rPr>
              <a:t>Takeaway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3_powerpoint_2016_wide">
  <a:themeElements>
    <a:clrScheme name="LS3 Schem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63D79"/>
      </a:accent1>
      <a:accent2>
        <a:srgbClr val="B92700"/>
      </a:accent2>
      <a:accent3>
        <a:srgbClr val="008439"/>
      </a:accent3>
      <a:accent4>
        <a:srgbClr val="B97000"/>
      </a:accent4>
      <a:accent5>
        <a:srgbClr val="D8DADC"/>
      </a:accent5>
      <a:accent6>
        <a:srgbClr val="3F3F3F"/>
      </a:accent6>
      <a:hlink>
        <a:srgbClr val="063D79"/>
      </a:hlink>
      <a:folHlink>
        <a:srgbClr val="D8DADC"/>
      </a:folHlink>
    </a:clrScheme>
    <a:fontScheme name="Vorlag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600" b="1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+mn-lt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Rounded MT Bold" pitchFamily="34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1600" b="0" dirty="0" err="1" smtClean="0">
            <a:latin typeface="+mn-lt"/>
          </a:defRPr>
        </a:defPPr>
      </a:lstStyle>
    </a:txDef>
  </a:objectDefaults>
  <a:extraClrSchemeLst>
    <a:extraClrScheme>
      <a:clrScheme name="Vorlag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orlag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äsentation1" id="{2FFA4946-9F4B-4605-8084-75765F482D84}" vid="{CE7CD113-EA7C-43EC-B83E-E9DFC241FB65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</Words>
  <Application>Microsoft Office PowerPoint</Application>
  <PresentationFormat>Breitbild</PresentationFormat>
  <Paragraphs>2</Paragraphs>
  <Slides>2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9" baseType="lpstr">
      <vt:lpstr>Arial</vt:lpstr>
      <vt:lpstr>Arial Rounded MT Bold</vt:lpstr>
      <vt:lpstr>Segoe UI</vt:lpstr>
      <vt:lpstr>Times New Roman</vt:lpstr>
      <vt:lpstr>Wingdings</vt:lpstr>
      <vt:lpstr>Wingdings 3</vt:lpstr>
      <vt:lpstr>i3_powerpoint_2016_wide</vt:lpstr>
      <vt:lpstr>PowerPoint-Präsentation</vt:lpstr>
      <vt:lpstr>PowerPoint-Präsentation</vt:lpstr>
    </vt:vector>
  </TitlesOfParts>
  <Company>Universitaet Wuerzburg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christopher.metter</dc:creator>
  <cp:lastModifiedBy>HW-GPM</cp:lastModifiedBy>
  <cp:revision>288</cp:revision>
  <dcterms:created xsi:type="dcterms:W3CDTF">2016-06-17T10:34:47Z</dcterms:created>
  <dcterms:modified xsi:type="dcterms:W3CDTF">2024-11-16T22:26:17Z</dcterms:modified>
</cp:coreProperties>
</file>