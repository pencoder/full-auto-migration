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30"/>
  </p:notesMasterIdLst>
  <p:handoutMasterIdLst>
    <p:handoutMasterId r:id="rId31"/>
  </p:handoutMasterIdLst>
  <p:sldIdLst>
    <p:sldId id="256" r:id="rId2"/>
    <p:sldId id="257" r:id="rId3"/>
    <p:sldId id="258" r:id="rId4"/>
    <p:sldId id="285" r:id="rId5"/>
    <p:sldId id="259" r:id="rId6"/>
    <p:sldId id="260" r:id="rId7"/>
    <p:sldId id="261" r:id="rId8"/>
    <p:sldId id="262" r:id="rId9"/>
    <p:sldId id="286" r:id="rId36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2" r:id="rId22"/>
    <p:sldId id="275" r:id="rId23"/>
    <p:sldId id="283" r:id="rId24"/>
    <p:sldId id="278" r:id="rId25"/>
    <p:sldId id="279" r:id="rId26"/>
    <p:sldId id="284" r:id="rId27"/>
    <p:sldId id="280" r:id="rId28"/>
    <p:sldId id="281" r:id="rId29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 varScale="1">
        <p:scale>
          <a:sx n="76" d="100"/>
          <a:sy n="76" d="100"/>
        </p:scale>
        <p:origin x="134" y="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App mapping table growth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 mappings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Now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</c:v>
                </c:pt>
                <c:pt idx="1">
                  <c:v>238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30-492A-AE73-A0CA52B56C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The proof of concept's apt-get install is one atomic batch call — no per-package fallback, no timeout,</a:t>
            </a:r>
          </a:p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failures silently logged and ignored. Same defect existed here until this session's fix.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6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6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www.thebusinessresearchcompany.com/report/telemetry-global-market-report" TargetMode="External"/><Relationship Id="rId3" Type="http://schemas.openxmlformats.org/officeDocument/2006/relationships/image" Target="../media/image11.web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7BC6D-C7CF-6F36-3DBF-53E3BF740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586D1-78A5-A729-A38D-F8E62DFEFF74}"/>
              </a:ext>
            </a:extLst>
          </p:cNvPr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7A5F531C-D97F-DF06-0F4C-3B062BBB65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652" y="905526"/>
            <a:ext cx="6264696" cy="46985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CB84A-84A4-3B84-D8FC-E18C6A18F7E9}"/>
              </a:ext>
            </a:extLst>
          </p:cNvPr>
          <p:cNvSpPr txBox="1"/>
          <p:nvPr/>
        </p:nvSpPr>
        <p:spPr>
          <a:xfrm>
            <a:off x="2855640" y="5373215"/>
            <a:ext cx="6336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H" sz="12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https://www.thebusinessresearchcompany.com/report/telemetry-global-market-report</a:t>
            </a:r>
            <a:endParaRPr lang="en-GH" sz="1200" b="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194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456CAE6A-6CCF-E0EB-78CC-F9F15CA78A65}"/>
              </a:ext>
            </a:extLst>
          </p:cNvPr>
          <p:cNvGrpSpPr/>
          <p:nvPr/>
        </p:nvGrpSpPr>
        <p:grpSpPr>
          <a:xfrm>
            <a:off x="708660" y="7731184"/>
            <a:ext cx="10652760" cy="594360"/>
            <a:chOff x="731520" y="5669280"/>
            <a:chExt cx="10652760" cy="594360"/>
          </a:xfrm>
        </p:grpSpPr>
        <p:sp>
          <p:nvSpPr>
            <p:cNvPr id="8" name="Rectangle 7"/>
            <p:cNvSpPr/>
            <p:nvPr/>
          </p:nvSpPr>
          <p:spPr>
            <a:xfrm>
              <a:off x="731520" y="5669280"/>
              <a:ext cx="45720" cy="54864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60120" y="5760720"/>
              <a:ext cx="104241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sovereignty_score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=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integrity_score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+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openness_bonus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 —  every restore reports one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📦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Two binaries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built separately,
no auto-embed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548640" y="7533456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idea, a different UI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c_vs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554480"/>
            <a:ext cx="11064240" cy="3902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8437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running live, side by side — not a description of the difference.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7815768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 dirty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Not met — see Evidence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5880" y="724542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 dirty="0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manual)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manual → automatic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19003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68680" y="3321923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41336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779122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278880" y="3154283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230483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74920" y="6011345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What the project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app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guidance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1936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31936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platforms packaged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31520" y="32461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050280" y="3124200"/>
            <a:ext cx="2968752" cy="2712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281635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862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F3F3F"/>
                </a:solidFill>
                <a:latin typeface="Segoe UI"/>
              </a:rPr>
              <a:t>100% sovereignty score — real restore, 3,344 files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>
                <a:solidFill>
                  <a:srgbClr val="1A1A1A"/>
                </a:solidFill>
                <a:latin typeface="Segoe UI"/>
              </a:rPr>
              <a:t>•  The Business Research Company (2026). Global Telemetry Market Report.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</TotalTime>
  <Words>1604</Words>
  <Application>Microsoft Office PowerPoint</Application>
  <PresentationFormat>Widescreen</PresentationFormat>
  <Paragraphs>328</Paragraphs>
  <Slides>28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312</cp:revision>
  <dcterms:created xsi:type="dcterms:W3CDTF">2016-06-17T10:34:47Z</dcterms:created>
  <dcterms:modified xsi:type="dcterms:W3CDTF">2026-06-23T06:30:45Z</dcterms:modified>
</cp:coreProperties>
</file>