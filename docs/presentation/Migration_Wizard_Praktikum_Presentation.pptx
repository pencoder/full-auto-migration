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2" r:id="rId34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>
        <p:scale>
          <a:sx n="76" d="100"/>
          <a:sy n="76" d="100"/>
        </p:scale>
        <p:origin x="134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App mapping table growth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 mappings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Now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</c:v>
                </c:pt>
                <c:pt idx="1">
                  <c:v>238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30-492A-AE73-A0CA52B56C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 ·  Mobile Computing Seminar · </a:t>
            </a:r>
            <a:r>
              <a:rPr dirty="0" err="1"/>
              <a:t>Praktikum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98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3512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1038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81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68564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86090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3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Critique</a:t>
            </a:r>
          </a:p>
        </p:txBody>
      </p:sp>
      <p:sp>
        <p:nvSpPr>
          <p:cNvPr id="15" name="Oval 14"/>
          <p:cNvSpPr/>
          <p:nvPr/>
        </p:nvSpPr>
        <p:spPr>
          <a:xfrm>
            <a:off x="103616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5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669280"/>
            <a:ext cx="45720" cy="5486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76072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439"/>
                </a:solidFill>
                <a:latin typeface="Segoe UI"/>
              </a:rPr>
              <a:t>sovereignty_score = integrity_score + openness_bonus  —  every restore reports 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98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3512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1038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81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68564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86090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3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Critique</a:t>
            </a:r>
          </a:p>
        </p:txBody>
      </p:sp>
      <p:sp>
        <p:nvSpPr>
          <p:cNvPr id="15" name="Oval 14"/>
          <p:cNvSpPr/>
          <p:nvPr/>
        </p:nvSpPr>
        <p:spPr>
          <a:xfrm>
            <a:off x="103616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5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 — cloned and inspected directly, not paraphrased from the term paper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🐧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Linux-only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packaging; one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22.5MB binary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731520" y="4343400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5806440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98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3512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1038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81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68564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86090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3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Critique</a:t>
            </a:r>
          </a:p>
        </p:txBody>
      </p:sp>
      <p:sp>
        <p:nvSpPr>
          <p:cNvPr id="15" name="Oval 14"/>
          <p:cNvSpPr/>
          <p:nvPr/>
        </p:nvSpPr>
        <p:spPr>
          <a:xfrm>
            <a:off x="103616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5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17,467 LOC (src) · 3,595 LOC (tests) · 89 files · MIT licensed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285232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F3F3F"/>
                </a:solidFill>
                <a:latin typeface="Segoe UI"/>
              </a:rPr>
              <a:t>Pages ↔ Controllers ↔ Services — Qt window only wires up controllers; CLI calls the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F3F3F"/>
                </a:solidFill>
                <a:latin typeface="Segoe UI"/>
              </a:rPr>
              <a:t>same services directly. Iterative work packages (WP1–WP7) plus a 6-day risk buffer before this presentation.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Timed every run — see Critique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61848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98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3512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1038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81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68564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86090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3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Critique</a:t>
            </a:r>
          </a:p>
        </p:txBody>
      </p:sp>
      <p:sp>
        <p:nvSpPr>
          <p:cNvPr id="15" name="Oval 14"/>
          <p:cNvSpPr/>
          <p:nvPr/>
        </p:nvSpPr>
        <p:spPr>
          <a:xfrm>
            <a:off x="103616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5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(Linux)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2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8920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88920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383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749039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57200" y="44348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3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58840" y="3124200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200400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0" y="5908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What the project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app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guidance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1936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31936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platforms packaged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31520" y="32461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050280" y="3124200"/>
            <a:ext cx="2968752" cy="2712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281635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862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F3F3F"/>
                </a:solidFill>
                <a:latin typeface="Segoe UI"/>
              </a:rPr>
              <a:t>100% sovereignty score — real restore, 3,344 files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CRITIQUE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98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3512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1038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81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68564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86090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3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Critique</a:t>
            </a:r>
          </a:p>
        </p:txBody>
      </p:sp>
      <p:sp>
        <p:nvSpPr>
          <p:cNvPr id="15" name="Oval 14"/>
          <p:cNvSpPr/>
          <p:nvPr/>
        </p:nvSpPr>
        <p:spPr>
          <a:xfrm>
            <a:off x="103616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5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CRITIQUE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Four review gaps, plus two found checking our own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Gap raised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Fix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Vague objectives ("more dynamic strategies")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O1–O6 measurable targets, each with a result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Qt/CLI consistency too coarse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src/orchestration/mode_policy.py — one shared function per decision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Tight timeline, no buffer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6-day risk buffer added to the Gantt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Stale dates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Evaluation lacks metrics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Automation count, Sovereignty Score, timing real; precision/recall = target only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251960"/>
            <a:ext cx="45720" cy="15544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251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97000"/>
                </a:solidFill>
                <a:latin typeface="Segoe UI"/>
              </a:rPr>
              <a:t>FOUND WHEN RE-CHECKING THE PROJECT'S OWN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A1A1A"/>
                </a:solidFill>
                <a:latin typeface="Segoe UI"/>
              </a:rPr>
              <a:t>O6 (cycle time) does not hold up: target was &lt;20 min for ≤5GB; the real logged run took ~30–35 minutes for extract+restore+verify alone.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A1A1A"/>
                </a:solidFill>
                <a:latin typeface="Segoe UI"/>
              </a:rPr>
              <a:t>Recommendation-quality precision/recall: 0% measured. Methodology is defined; no ground-truth evaluation script has been built or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98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3512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1038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81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68564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86090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3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Critique</a:t>
            </a:r>
          </a:p>
        </p:txBody>
      </p:sp>
      <p:sp>
        <p:nvSpPr>
          <p:cNvPr id="15" name="Oval 14"/>
          <p:cNvSpPr/>
          <p:nvPr/>
        </p:nvSpPr>
        <p:spPr>
          <a:xfrm>
            <a:off x="103616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5960" y="4892040"/>
            <a:ext cx="1752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02336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241</TotalTime>
  <Words>1550</Words>
  <Application>Microsoft Office PowerPoint</Application>
  <PresentationFormat>Widescreen</PresentationFormat>
  <Paragraphs>335</Paragraphs>
  <Slides>26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304</cp:revision>
  <dcterms:created xsi:type="dcterms:W3CDTF">2016-06-17T10:34:47Z</dcterms:created>
  <dcterms:modified xsi:type="dcterms:W3CDTF">2026-06-22T20:22:53Z</dcterms:modified>
</cp:coreProperties>
</file>